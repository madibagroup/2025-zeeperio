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94"/>
  </p:normalViewPr>
  <p:slideViewPr>
    <p:cSldViewPr snapToGrid="0">
      <p:cViewPr>
        <p:scale>
          <a:sx n="118" d="100"/>
          <a:sy n="118" d="100"/>
        </p:scale>
        <p:origin x="12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67DD-F413-BFF9-D126-FF8C4D436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28C39-8C29-96FF-BB65-D72D68B38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D7C4-5311-3214-BB6A-DCB09309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2F01A-AC21-4C11-FB14-0E89BAC6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134CA-65C6-ACDE-719C-691ADA64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80B8-42D9-F109-FF05-8624DBBC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A75C0-CEF3-6ECE-C521-282E1F29B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5DDFF-5786-CE4C-5667-D1D7CDD9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9696C-7549-7C49-D686-1C7308F6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9D192-C1B8-E094-7764-8F40FCF4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7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EC75-36E7-6DC1-62D6-8D03D1B4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1A811-BC5A-D1B0-2A00-D05B5E15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FC2D-C43B-BF3F-43B7-D821E9A2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036B5-87EB-DE6E-BAC1-0FFCA8DC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C625-2C80-4D5A-D259-9F8553F0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2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4C6C-24B4-F177-F054-A7F9D14B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6A560-D4FD-CF3A-B101-5097F5035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ECFFD-0600-A923-A77E-F080EAF02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7149B-5580-04E2-66CA-6B13642C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98151-97AE-8A5F-60F2-901722D9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AF796-6E8F-47C9-3E82-F8CA78A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1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9919-0729-11EF-13EC-5B104F6C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367CE-67C3-4E5E-AB44-C0FC62E52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602C6-2E97-D60F-5FEB-FB5880560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5FC4A-4157-B1EB-4A0A-121F6FD2B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672CE-563A-23A6-F4A2-F6293763A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64360-50DE-EC66-13A5-4D48D8C8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C2B2C-522C-3B57-93F5-1542B5C0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F3EE2-8E07-E834-7B84-3185D590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2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DE51-4AD9-FCB2-CFD3-0B882435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2F82D-2FE3-5E3B-4D28-D481B27B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2F3BA-9109-1AEC-E632-EC31F4EA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DD5C7-29F9-6FBB-859E-566E37C8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17846-EDB3-9D21-CBA4-817FD1EB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C4777-6E97-2898-F942-BB399CBC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B517A-AA3E-7248-C975-5A44D659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1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C292-32F7-3AEC-A79E-A11FC2AB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AA5B-05A5-2415-7E94-CB65542B8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D5766-F84C-7015-BBD3-D343137C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BEC11-FBCB-22DA-1425-04C2070C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4BAB9-071B-01F3-8CF4-D9D7C205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27607-5F29-4538-4B91-25FB6931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1AD1-5760-B59F-A7D2-32A3DCEBC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81065-3C3E-32EA-C834-CE82A5FF3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B9A40-EE28-85B2-7324-B46FCF1A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A8593-A9FC-D1A1-4CF2-569EF3D4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B6A8-BF9A-9A9E-B113-E11BF640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EF78D-702C-527C-2A6F-AD5B69E6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1D8A-8E9C-3175-9F8E-98C80A23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FBC5B-A3E0-9F37-83A1-B5631EA64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86F98-9784-E9AC-3408-D19992C9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DE8CF-3986-FFFE-5A1C-7D636C39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C5B4-AB3E-EE59-23BB-69930C4C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4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260BB-F6D9-48E6-2457-D62AAC010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A8FEB-1784-1ADC-3F83-386F1E2B8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7AC6-F4D0-242B-4607-69C3FF93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9158A-3743-D9E8-88BD-4F95B4CF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A5EA-58C9-7185-C5E3-E7A45EF3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1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2DE39-BA0C-E5DD-AB7A-12CEA4F0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7BD7-F477-21B9-C5F6-95B480EAC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11FB-24E0-1595-EF2A-336363508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81E37-94EE-7241-9339-AD18A17806B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A727D-432E-344B-19B0-D59F02D6D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9836D-9C08-C43C-7213-435BC2043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C55A67-7495-60BD-6B65-1395A0C05399}"/>
              </a:ext>
            </a:extLst>
          </p:cNvPr>
          <p:cNvSpPr/>
          <p:nvPr/>
        </p:nvSpPr>
        <p:spPr>
          <a:xfrm>
            <a:off x="1283388" y="483101"/>
            <a:ext cx="2007197" cy="1449871"/>
          </a:xfrm>
          <a:prstGeom prst="roundRect">
            <a:avLst>
              <a:gd name="adj" fmla="val 2505"/>
            </a:avLst>
          </a:prstGeom>
          <a:solidFill>
            <a:srgbClr val="FBFF00">
              <a:alpha val="12157"/>
            </a:srgbClr>
          </a:solidFill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4728C-6288-31A7-D63A-0444C44DF6B3}"/>
              </a:ext>
            </a:extLst>
          </p:cNvPr>
          <p:cNvSpPr txBox="1"/>
          <p:nvPr/>
        </p:nvSpPr>
        <p:spPr>
          <a:xfrm>
            <a:off x="1442925" y="367685"/>
            <a:ext cx="1688122" cy="2308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NewComputerModern08" pitchFamily="2" charset="77"/>
                <a:cs typeface="Times New Roman" panose="02020603050405020304" pitchFamily="18" charset="0"/>
              </a:rPr>
              <a:t>Setup</a:t>
            </a:r>
            <a:endParaRPr lang="en-US" sz="1400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FBD6E-1174-EE3E-CD25-C36AD851B410}"/>
              </a:ext>
            </a:extLst>
          </p:cNvPr>
          <p:cNvSpPr txBox="1"/>
          <p:nvPr/>
        </p:nvSpPr>
        <p:spPr>
          <a:xfrm>
            <a:off x="1442925" y="713933"/>
            <a:ext cx="1688122" cy="2308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NewComputerModern08" pitchFamily="2" charset="77"/>
                <a:cs typeface="Times New Roman" panose="02020603050405020304" pitchFamily="18" charset="0"/>
              </a:rPr>
              <a:t>Input blah b</a:t>
            </a:r>
            <a:endParaRPr lang="en-US" sz="1400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1EF41-EA21-B2C1-957F-8D71009527DF}"/>
              </a:ext>
            </a:extLst>
          </p:cNvPr>
          <p:cNvSpPr/>
          <p:nvPr/>
        </p:nvSpPr>
        <p:spPr>
          <a:xfrm>
            <a:off x="2" y="0"/>
            <a:ext cx="4920341" cy="6858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DF4524-80DC-820A-45DD-845EE8DEC8AA}"/>
              </a:ext>
            </a:extLst>
          </p:cNvPr>
          <p:cNvSpPr/>
          <p:nvPr/>
        </p:nvSpPr>
        <p:spPr>
          <a:xfrm>
            <a:off x="1283388" y="3280730"/>
            <a:ext cx="2007197" cy="1449871"/>
          </a:xfrm>
          <a:prstGeom prst="roundRect">
            <a:avLst>
              <a:gd name="adj" fmla="val 2505"/>
            </a:avLst>
          </a:prstGeom>
          <a:solidFill>
            <a:srgbClr val="FBFF00">
              <a:alpha val="12157"/>
            </a:srgbClr>
          </a:solidFill>
          <a:ln w="95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3A7C4-72CB-FC52-8410-3A915A67D588}"/>
              </a:ext>
            </a:extLst>
          </p:cNvPr>
          <p:cNvSpPr txBox="1"/>
          <p:nvPr/>
        </p:nvSpPr>
        <p:spPr>
          <a:xfrm>
            <a:off x="1442925" y="3165314"/>
            <a:ext cx="1688122" cy="2308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NewComputerModern08" pitchFamily="2" charset="77"/>
                <a:cs typeface="Times New Roman" panose="02020603050405020304" pitchFamily="18" charset="0"/>
              </a:rPr>
              <a:t>Setup</a:t>
            </a:r>
            <a:endParaRPr lang="en-US" sz="1400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2BE85-6FBE-8A89-71FB-2607B531AAC1}"/>
              </a:ext>
            </a:extLst>
          </p:cNvPr>
          <p:cNvSpPr txBox="1"/>
          <p:nvPr/>
        </p:nvSpPr>
        <p:spPr>
          <a:xfrm>
            <a:off x="1442925" y="3511562"/>
            <a:ext cx="1688122" cy="2308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NewComputerModern08" pitchFamily="2" charset="77"/>
                <a:cs typeface="Times New Roman" panose="02020603050405020304" pitchFamily="18" charset="0"/>
              </a:rPr>
              <a:t>Input blah b</a:t>
            </a:r>
            <a:endParaRPr lang="en-US" sz="1400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2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NewComputerModern08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Essex</dc:creator>
  <cp:lastModifiedBy>Aleksander Essex</cp:lastModifiedBy>
  <cp:revision>3</cp:revision>
  <dcterms:created xsi:type="dcterms:W3CDTF">2026-01-30T13:46:11Z</dcterms:created>
  <dcterms:modified xsi:type="dcterms:W3CDTF">2026-01-30T14:30:26Z</dcterms:modified>
</cp:coreProperties>
</file>